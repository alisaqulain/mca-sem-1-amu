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F9C13-436C-B58C-5E3F-9E418C6D0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AF2154-3457-ED94-D02C-7AFA4993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FE433-9B5E-56C5-95DD-185A297A0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5B6D8-A245-4121-BF38-C9A723FA299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754CA-FAE6-3AE9-100C-EEC97A480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37578-47C4-0289-CE57-2741702AB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76748-1A02-45C7-9C20-99B900296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015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36938-EE05-E7E9-BA9F-56FD53CBB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97820-4D69-7EED-986C-7AAFDBDCD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C3164-27D8-107C-A068-A7DF23E8A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5B6D8-A245-4121-BF38-C9A723FA299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92504-EA7A-1316-FE89-96B95CFE0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F0E7A-CC9A-1C89-D2CD-333E47A88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76748-1A02-45C7-9C20-99B900296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00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815FA-AEE2-2EF0-DA10-8E727A087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649B3-7FFE-36A1-F4CA-4F141F9D5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0E0DB-D20B-F8D3-30F3-855F3B7CE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5B6D8-A245-4121-BF38-C9A723FA299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7B3BC-5C9D-10A0-C1B4-FDBA53B6A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F84E6-2B64-EFC8-1310-102E35FCA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76748-1A02-45C7-9C20-99B900296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070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454A2-B3E7-F819-C24A-8AC5CD660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EA88A-F24E-8269-8574-FF3A251690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BA33C8-693D-A72B-C4B4-89B174EE0C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E91649-F815-331D-7214-D4C81A39A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5B6D8-A245-4121-BF38-C9A723FA299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2DFCA9-EB19-317B-CE2C-8C9DE8C03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D325BE-768B-2A55-9137-10D3D8858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76748-1A02-45C7-9C20-99B900296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307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34EAE-C695-AE65-2709-DFD60D768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95AFB-9B34-2612-AA4C-50F2E2862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5C8A7D-5A55-325C-9BC7-49F6333FB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84F969-5A91-6101-FB16-D2F5CB0C30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F788D1-227D-5544-8652-BDC5165F00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CE7273-E160-4EAA-6989-F284A0F20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5B6D8-A245-4121-BF38-C9A723FA299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E82F2B-F4B1-778C-92C8-679F13399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DEC36D-74A1-1C71-44BE-F2BB3FF49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76748-1A02-45C7-9C20-99B900296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368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0ACB2-01D8-BADA-C3ED-A3971AB45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498444-3E6B-A443-F892-0CFB4F338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5B6D8-A245-4121-BF38-C9A723FA299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9B9E65-6A98-7C6C-9FC0-8123E088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CA3699-C2A7-338D-D1DA-2976FCF2C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76748-1A02-45C7-9C20-99B900296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518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1D5A3B-ED39-82C3-A99D-896DA86B0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5B6D8-A245-4121-BF38-C9A723FA299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1C55FC-8D65-3161-8569-5E234BF51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F021F-2B8D-2C33-6ACD-6AB9C24F2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76748-1A02-45C7-9C20-99B900296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842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25B60-04FE-6146-080A-99616762D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FC252-D9ED-F9E5-31B6-D9F9ACDCE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27BB1A-3841-2B9E-E42B-3996157F3C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AA59D4-BB24-5006-C378-DB69B7ADD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5B6D8-A245-4121-BF38-C9A723FA299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0204E-AF9D-9365-5A9B-EC940848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DE4294-B70C-89D8-4B78-7B6166C3E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76748-1A02-45C7-9C20-99B900296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960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D249D-C40A-AEF2-82C0-BF7A6B4CE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30BB76-782C-2829-AF58-070AB195A7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703FBB-3647-6DF3-EB89-FCED24927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7D11F-47D7-1395-F09F-68DB906C9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5B6D8-A245-4121-BF38-C9A723FA299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085727-C97E-DF85-F273-4EF0F78D4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E9635-71B9-D70F-E844-19A7E412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76748-1A02-45C7-9C20-99B900296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515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82F64-8FA2-5073-E101-5E053010A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2A43DD-168B-47A9-E459-588022F858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99909-81AA-08BA-6DD6-64995E9F1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5B6D8-A245-4121-BF38-C9A723FA299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A08CD-EF32-23FB-02EE-247EB4023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15DBA-796A-1793-89DE-79B9BB8CC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76748-1A02-45C7-9C20-99B900296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186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BBD107-C023-B97B-882C-1E2B33963D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816120-99B5-C6FE-53CB-EA3C4F55E9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54436-4FF6-8DCF-456D-DD1CEA155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5B6D8-A245-4121-BF38-C9A723FA299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8CB4B-BC81-535C-9002-8A26911EB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B753B-6DF8-906C-A92C-BC5473A85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476748-1A02-45C7-9C20-99B900296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59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76000"/>
            <a:lum/>
          </a:blip>
          <a:srcRect/>
          <a:stretch>
            <a:fillRect t="-35000" b="-3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C75089-8C3C-0191-889D-67C3C0F6C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351D6-CDF2-96A8-6E42-C7B27494E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7FF01-D331-858C-C6BA-C66E03AE98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65B6D8-A245-4121-BF38-C9A723FA2995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73310-169C-BBF3-CF3C-327CF76C38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9332E-6B78-C062-5DD2-5D6281C269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476748-1A02-45C7-9C20-99B900296B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195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E883FDD-CCCC-4CAD-D75B-C0780FF39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6428" y="3104219"/>
            <a:ext cx="9385426" cy="3177766"/>
          </a:xfrm>
        </p:spPr>
        <p:txBody>
          <a:bodyPr>
            <a:prstTxWarp prst="textArchUp">
              <a:avLst/>
            </a:prstTxWarp>
            <a:normAutofit/>
          </a:bodyPr>
          <a:lstStyle/>
          <a:p>
            <a:r>
              <a:rPr lang="en-IN" sz="5400" b="1" i="1" spc="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Happy Independence Day!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637562-343F-F2D8-5424-A4D141E7B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74" b="99657" l="2624" r="94461">
                        <a14:foregroundMark x1="10787" y1="16810" x2="54519" y2="6346"/>
                        <a14:foregroundMark x1="54519" y1="6346" x2="80758" y2="15266"/>
                        <a14:foregroundMark x1="87464" y1="15094" x2="90087" y2="15952"/>
                        <a14:foregroundMark x1="89504" y1="15266" x2="94752" y2="17324"/>
                        <a14:foregroundMark x1="38484" y1="3774" x2="51603" y2="4631"/>
                        <a14:foregroundMark x1="5248" y1="16123" x2="2915" y2="18182"/>
                        <a14:foregroundMark x1="42274" y1="97770" x2="40816" y2="97599"/>
                        <a14:foregroundMark x1="27405" y1="93825" x2="81050" y2="95712"/>
                        <a14:foregroundMark x1="81050" y1="95712" x2="55102" y2="97770"/>
                        <a14:foregroundMark x1="68805" y1="97427" x2="17493" y2="94511"/>
                        <a14:foregroundMark x1="17493" y1="94511" x2="12536" y2="9965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062" y="374295"/>
            <a:ext cx="1142471" cy="194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528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3</cp:revision>
  <dcterms:created xsi:type="dcterms:W3CDTF">2026-08-12T07:08:31Z</dcterms:created>
  <dcterms:modified xsi:type="dcterms:W3CDTF">2026-08-13T09:47:27Z</dcterms:modified>
</cp:coreProperties>
</file>