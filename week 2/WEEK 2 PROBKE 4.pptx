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Students</c:v>
                </c:pt>
                <c:pt idx="1">
                  <c:v>Teachers</c:v>
                </c:pt>
                <c:pt idx="2">
                  <c:v>Coding</c:v>
                </c:pt>
                <c:pt idx="3">
                  <c:v>Presentations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C2-4C91-9F14-C71C21A885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Students</c:v>
                </c:pt>
                <c:pt idx="1">
                  <c:v>Teachers</c:v>
                </c:pt>
                <c:pt idx="2">
                  <c:v>Coding</c:v>
                </c:pt>
                <c:pt idx="3">
                  <c:v>Presentations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C2-4C91-9F14-C71C21A885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Students</c:v>
                </c:pt>
                <c:pt idx="1">
                  <c:v>Teachers</c:v>
                </c:pt>
                <c:pt idx="2">
                  <c:v>Coding</c:v>
                </c:pt>
                <c:pt idx="3">
                  <c:v>Presentations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C2-4C91-9F14-C71C21A885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7952240"/>
        <c:axId val="577950600"/>
      </c:barChart>
      <c:catAx>
        <c:axId val="57795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950600"/>
        <c:crosses val="autoZero"/>
        <c:auto val="1"/>
        <c:lblAlgn val="ctr"/>
        <c:lblOffset val="100"/>
        <c:noMultiLvlLbl val="0"/>
      </c:catAx>
      <c:valAx>
        <c:axId val="577950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952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EA64D-CC07-4553-BACB-A8C940FA7DB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86E1B-8EC9-479D-BED5-6BDA4AD61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7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ADE42-9B2B-4995-B82A-77E94BB4069D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F70B8-AB8C-474D-80D9-44A643DC93C3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61E7-014C-4B85-B961-3FF2755E983A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4A7A8-6493-426D-9595-D4F1201F9991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D50F6-1F98-44EA-B803-DBBCA90C1DB6}" type="datetime1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5D474-4E18-4450-BE11-3B88C2A9FD12}" type="datetime1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80544-482E-4C0D-B9C1-AE64AC5B6FFB}" type="datetime1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D060B-FF5F-418B-8A63-6872004EFFCE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4AB0-50FE-417C-B9B9-19A95848D089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8D80-60DB-4F44-9CA8-FC3388BF056E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146A-194E-44AF-9902-263DBD636959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43C37-7440-4C35-A968-B7D322F46EB7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ALI SAQULAIN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opics/artificial-intelligence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oud.google.com/learn/what-is-artificial-intelligenc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9727" y="62636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rPr dirty="0"/>
              <a:t>Artificial Intelligence 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6766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3CBED2"/>
                </a:solidFill>
              </a:defRPr>
            </a:pPr>
            <a:r>
              <a:t>AI is changing the way we learn, teach, and create.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1645920"/>
            <a:ext cx="1188720" cy="914400"/>
          </a:xfrm>
          <a:prstGeom prst="ellipse">
            <a:avLst/>
          </a:prstGeom>
          <a:solidFill>
            <a:srgbClr val="3CBED2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AI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3017520"/>
            <a:ext cx="1188720" cy="914400"/>
          </a:xfrm>
          <a:prstGeom prst="ellipse">
            <a:avLst/>
          </a:prstGeom>
          <a:solidFill>
            <a:srgbClr val="202F4E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rPr dirty="0"/>
              <a:t>Learn</a:t>
            </a:r>
          </a:p>
        </p:txBody>
      </p:sp>
      <p:sp>
        <p:nvSpPr>
          <p:cNvPr id="8" name="Oval 7"/>
          <p:cNvSpPr/>
          <p:nvPr/>
        </p:nvSpPr>
        <p:spPr>
          <a:xfrm>
            <a:off x="9235440" y="3017520"/>
            <a:ext cx="1188720" cy="914400"/>
          </a:xfrm>
          <a:prstGeom prst="ellipse">
            <a:avLst/>
          </a:prstGeom>
          <a:solidFill>
            <a:srgbClr val="202F4E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Teach</a:t>
            </a:r>
          </a:p>
        </p:txBody>
      </p:sp>
      <p:sp>
        <p:nvSpPr>
          <p:cNvPr id="9" name="Oval 8"/>
          <p:cNvSpPr/>
          <p:nvPr/>
        </p:nvSpPr>
        <p:spPr>
          <a:xfrm>
            <a:off x="8503920" y="4389120"/>
            <a:ext cx="1188720" cy="914400"/>
          </a:xfrm>
          <a:prstGeom prst="ellipse">
            <a:avLst/>
          </a:prstGeom>
          <a:solidFill>
            <a:srgbClr val="202F4E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C3D7"/>
                </a:solidFill>
              </a:defRPr>
            </a:pPr>
            <a:r>
              <a:t>A simple overview of benefits, uses and challenges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914400" y="4800600"/>
            <a:ext cx="2377440" cy="594360"/>
          </a:xfrm>
          <a:prstGeom prst="round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932"/>
                </a:solidFill>
              </a:defRPr>
            </a:pPr>
            <a:r>
              <a:rPr dirty="0">
                <a:hlinkClick r:id="rId4"/>
              </a:rPr>
              <a:t>Learn more about AI</a:t>
            </a:r>
            <a:endParaRPr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2C8F9E-D0CE-6395-7157-98C6FA31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B4607D-9256-8457-1155-44BD6F0D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FA1B5-D5E8-479A-AB39-51A639B3E806}" type="datetime1">
              <a:rPr lang="en-US" smtClean="0"/>
              <a:t>8/13/2026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AE1A1EC-E85A-6166-E96E-9FCE6E73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applause.wav"/>
          </p:stSnd>
        </p:sndAc>
      </p:transition>
    </mc:Choice>
    <mc:Fallback>
      <p:transition spd="slow">
        <p:split orient="vert"/>
        <p:sndAc>
          <p:stSnd>
            <p:snd r:embed="rId2" name="applaus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What is AI and how is it used?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</a:defRPr>
            </a:pPr>
            <a:r>
              <a:rPr dirty="0"/>
              <a:t>• AI enables computers to perform tasks that normally require human intelligence.</a:t>
            </a: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</a:defRPr>
            </a:pPr>
            <a:r>
              <a:rPr dirty="0"/>
              <a:t>• It can personalize learning based on a student's progress.</a:t>
            </a: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</a:defRPr>
            </a:pPr>
            <a:r>
              <a:rPr dirty="0"/>
              <a:t>• Teachers can use AI tools for feedback, planning and content creation.</a:t>
            </a:r>
          </a:p>
          <a:p>
            <a:pPr>
              <a:spcAft>
                <a:spcPts val="1400"/>
              </a:spcAft>
              <a:defRPr sz="2100">
                <a:solidFill>
                  <a:srgbClr val="F5F7FA"/>
                </a:solidFill>
              </a:defRPr>
            </a:pPr>
            <a:r>
              <a:rPr dirty="0"/>
              <a:t>• Students can use AI for practice, research and accessibility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25880"/>
            <a:ext cx="3383280" cy="4297680"/>
          </a:xfrm>
          <a:prstGeom prst="roundRect">
            <a:avLst/>
          </a:prstGeom>
          <a:solidFill>
            <a:srgbClr val="202F4E"/>
          </a:solidFill>
          <a:ln>
            <a:solidFill>
              <a:srgbClr val="3C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5F7FA"/>
                </a:solidFill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9718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AI 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4747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38912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SMART LEARNING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791A72-F4B5-9B4A-20D5-66359DE82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0187FE88-5B83-E704-3941-A52A3D8C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18A9-2C0E-45F4-93C6-8AC19C410315}" type="datetime1">
              <a:rPr lang="en-US" smtClean="0"/>
              <a:t>8/13/2026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2F4B63-E6F6-2E0E-5C8C-1EE1A6E5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1F121F-9621-F538-B479-5DB01002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976" y="220476"/>
            <a:ext cx="3787588" cy="32985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BCD9F4-E9EA-8AA9-2BE7-AE23B7F78754}"/>
              </a:ext>
            </a:extLst>
          </p:cNvPr>
          <p:cNvSpPr txBox="1"/>
          <p:nvPr/>
        </p:nvSpPr>
        <p:spPr>
          <a:xfrm>
            <a:off x="609600" y="1290918"/>
            <a:ext cx="6687671" cy="5033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</a:rPr>
              <a:t>AI Helps Students and Teachers</a:t>
            </a:r>
          </a:p>
          <a:p>
            <a:pPr>
              <a:lnSpc>
                <a:spcPct val="150000"/>
              </a:lnSpc>
            </a:pPr>
            <a:endParaRPr lang="en-US" sz="1900" b="1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 Personalized Learning</a:t>
            </a:r>
            <a:br>
              <a:rPr lang="en-US" sz="1900" dirty="0">
                <a:solidFill>
                  <a:schemeClr val="bg1"/>
                </a:solidFill>
              </a:rPr>
            </a:br>
            <a:r>
              <a:rPr lang="en-US" sz="1900" dirty="0">
                <a:solidFill>
                  <a:schemeClr val="bg1"/>
                </a:solidFill>
              </a:rPr>
              <a:t>AI can provide learning content according to each student's needs.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Quick Feedback</a:t>
            </a:r>
            <a:br>
              <a:rPr lang="en-US" sz="1900" dirty="0">
                <a:solidFill>
                  <a:schemeClr val="bg1"/>
                </a:solidFill>
              </a:rPr>
            </a:br>
            <a:r>
              <a:rPr lang="en-US" sz="1900" dirty="0">
                <a:solidFill>
                  <a:schemeClr val="bg1"/>
                </a:solidFill>
              </a:rPr>
              <a:t>Students can receive immediate feedback on their work.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 Easy Research</a:t>
            </a:r>
            <a:br>
              <a:rPr lang="en-US" sz="1900" dirty="0">
                <a:solidFill>
                  <a:schemeClr val="bg1"/>
                </a:solidFill>
              </a:rPr>
            </a:br>
            <a:r>
              <a:rPr lang="en-US" sz="1900" dirty="0">
                <a:solidFill>
                  <a:schemeClr val="bg1"/>
                </a:solidFill>
              </a:rPr>
              <a:t>AI tools can help students understand topics and find information.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 Support for Teachers</a:t>
            </a:r>
            <a:br>
              <a:rPr lang="en-US" sz="1900" dirty="0">
                <a:solidFill>
                  <a:schemeClr val="bg1"/>
                </a:solidFill>
              </a:rPr>
            </a:br>
            <a:r>
              <a:rPr lang="en-US" sz="1900" dirty="0" err="1">
                <a:solidFill>
                  <a:schemeClr val="bg1"/>
                </a:solidFill>
              </a:rPr>
              <a:t>Teachers</a:t>
            </a:r>
            <a:r>
              <a:rPr lang="en-US" sz="1900" dirty="0">
                <a:solidFill>
                  <a:schemeClr val="bg1"/>
                </a:solidFill>
              </a:rPr>
              <a:t> can use AI for lesson planning, creating quizzes, and preparing study material.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8EDC346-E534-0576-4C87-716BD5EE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252638F-7B63-33C3-A004-43E92C06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059D4-089B-4EF2-A898-E64CD28FA20F}" type="datetime1">
              <a:rPr lang="en-US" smtClean="0"/>
              <a:t>8/13/2026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4FF2EF1-4AB0-4E5D-8D5C-5D0B77CA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C9421AE8-5CF9-D49F-D3D0-B12B59E6C0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5516908"/>
              </p:ext>
            </p:extLst>
          </p:nvPr>
        </p:nvGraphicFramePr>
        <p:xfrm>
          <a:off x="7620000" y="3759200"/>
          <a:ext cx="4064000" cy="318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3545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Benefits and challenges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F1932"/>
                          </a:solidFill>
                        </a:defRPr>
                      </a:pPr>
                      <a:r>
                        <a:rPr dirty="0"/>
                        <a:t>Area</a:t>
                      </a:r>
                    </a:p>
                  </a:txBody>
                  <a:tcPr>
                    <a:solidFill>
                      <a:srgbClr val="3CBE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F1932"/>
                          </a:solidFill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3CBE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F1932"/>
                          </a:solidFill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3CB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rPr dirty="0"/>
                        <a:t>Personalized practice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t>Over-dependence on AI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t>Teaching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rPr dirty="0"/>
                        <a:t>Faster feedback and planning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t>Accuracy must be checked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t>Support for different learning needs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5F7FA"/>
                          </a:solidFill>
                        </a:defRPr>
                      </a:pPr>
                      <a:r>
                        <a:rPr dirty="0"/>
                        <a:t>Privacy and digital access</a:t>
                      </a:r>
                    </a:p>
                  </a:txBody>
                  <a:tcPr>
                    <a:solidFill>
                      <a:srgbClr val="20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3035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CBED2"/>
                </a:solidFill>
              </a:defRPr>
            </a:pPr>
            <a:r>
              <a:rPr dirty="0"/>
              <a:t>Key idea: AI should support learning—not replace human thinking.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0A2BA7-B089-8FA5-EB58-4656E73F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FF1D355-2FE5-9654-6CF1-C13F319D7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E9A1-F9D2-420E-A5DA-21E5172E408C}" type="datetime1">
              <a:rPr lang="en-US" smtClean="0"/>
              <a:t>8/13/2026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4D00570-4730-E240-D1D1-E76D592E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CBED2"/>
                </a:solidFill>
              </a:defRPr>
            </a:pPr>
            <a:r>
              <a:t>The Future of Learning is Human +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686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F5F7FA"/>
                </a:solidFill>
              </a:defRPr>
            </a:pPr>
            <a:r>
              <a:t>• AI can make learning more personalized and accessible.</a:t>
            </a:r>
          </a:p>
          <a:p>
            <a:pPr>
              <a:spcAft>
                <a:spcPts val="1400"/>
              </a:spcAft>
              <a:defRPr sz="2300">
                <a:solidFill>
                  <a:srgbClr val="F5F7FA"/>
                </a:solidFill>
              </a:defRPr>
            </a:pPr>
            <a:r>
              <a:t>• Teachers remain important for guidance, creativity and human connection.</a:t>
            </a:r>
          </a:p>
          <a:p>
            <a:pPr>
              <a:spcAft>
                <a:spcPts val="1400"/>
              </a:spcAft>
              <a:defRPr sz="2300">
                <a:solidFill>
                  <a:srgbClr val="F5F7FA"/>
                </a:solidFill>
              </a:defRPr>
            </a:pPr>
            <a:r>
              <a:t>• Responsible use, fact-checking and privacy awareness are essential.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F7FA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7F01C9-E9D2-E067-77CE-553AF7E8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ALI SAQULAIN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E4D2586-43D1-7A11-22F2-83CF1019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678D-5BD0-48C9-ABB5-095EF90D3A62}" type="datetime1">
              <a:rPr lang="en-US" smtClean="0"/>
              <a:t>8/13/2026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B5FB0A-EAB4-5B12-69F5-7B079413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278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CSD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2026-08-13T10:38:18Z</dcterms:modified>
  <cp:category/>
</cp:coreProperties>
</file>