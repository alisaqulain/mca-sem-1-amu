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0410" y="896"/>
            <a:ext cx="164592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5F3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65740" y="411480"/>
            <a:ext cx="323005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EDCEB"/>
                </a:solidFill>
              </a:defRPr>
            </a:pPr>
            <a:r>
              <a:rPr dirty="0"/>
              <a:t>DEPARTMENT OF</a:t>
            </a:r>
            <a:r>
              <a:rPr lang="en-US" dirty="0"/>
              <a:t> COMPUTER SCIENCE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IT FEST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50D2E6"/>
                </a:solidFill>
              </a:defRPr>
            </a:pPr>
            <a:r>
              <a:rPr dirty="0"/>
              <a:t>LEARN  •  CREATE  •  COMPETE  •  CELEBRATE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14600"/>
            <a:ext cx="9994392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5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2880360"/>
            <a:ext cx="4206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193764"/>
                </a:solidFill>
              </a:defRPr>
            </a:pPr>
            <a:r>
              <a:rPr dirty="0"/>
              <a:t>•  Coding Competition</a:t>
            </a:r>
          </a:p>
          <a:p>
            <a:pPr>
              <a:spcAft>
                <a:spcPts val="1400"/>
              </a:spcAft>
              <a:defRPr sz="2100" b="1">
                <a:solidFill>
                  <a:srgbClr val="193764"/>
                </a:solidFill>
              </a:defRPr>
            </a:pPr>
            <a:r>
              <a:rPr dirty="0"/>
              <a:t>•  Tech Quiz</a:t>
            </a:r>
          </a:p>
          <a:p>
            <a:pPr>
              <a:spcAft>
                <a:spcPts val="1400"/>
              </a:spcAft>
              <a:defRPr sz="2100" b="1">
                <a:solidFill>
                  <a:srgbClr val="193764"/>
                </a:solidFill>
              </a:defRPr>
            </a:pPr>
            <a:r>
              <a:rPr dirty="0"/>
              <a:t>•  Web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2880360"/>
            <a:ext cx="4206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193764"/>
                </a:solidFill>
              </a:defRPr>
            </a:pPr>
            <a:r>
              <a:t>•  Gaming Challenge</a:t>
            </a:r>
          </a:p>
          <a:p>
            <a:pPr>
              <a:spcAft>
                <a:spcPts val="1400"/>
              </a:spcAft>
              <a:defRPr sz="2100" b="1">
                <a:solidFill>
                  <a:srgbClr val="193764"/>
                </a:solidFill>
              </a:defRPr>
            </a:pPr>
            <a:r>
              <a:t>•  Poster Presentation</a:t>
            </a:r>
          </a:p>
          <a:p>
            <a:pPr>
              <a:spcAft>
                <a:spcPts val="1400"/>
              </a:spcAft>
              <a:defRPr sz="2100" b="1">
                <a:solidFill>
                  <a:srgbClr val="193764"/>
                </a:solidFill>
              </a:defRPr>
            </a:pPr>
            <a:r>
              <a:t>•  Fun Activities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257800"/>
            <a:ext cx="9326880" cy="685800"/>
          </a:xfrm>
          <a:prstGeom prst="roundRect">
            <a:avLst/>
          </a:prstGeom>
          <a:solidFill>
            <a:srgbClr val="1E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5394960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DATE: __________    |    TIME: __________    |    VENUE: 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CD50"/>
                </a:solidFill>
              </a:defRPr>
            </a:pPr>
            <a:r>
              <a:t>ALL STUDENTS ARE INVITED — PARTICIPATE AND MAKE IT MEMORABLE!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2026-08-13T10:21:50Z</dcterms:modified>
  <cp:category/>
</cp:coreProperties>
</file>