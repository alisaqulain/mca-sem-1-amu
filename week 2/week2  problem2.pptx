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60B7-DE65-45EE-FA15-056DA0636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C720D-50D6-A56D-C7AE-E10D9FC7C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F10C-237B-4362-2C2C-D3D2DDFE6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80982-51DC-377A-AFD2-D3DF0ABC1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32C42-0522-79B8-4CC5-158F9771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5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32F9-48E2-77EB-7188-82DB323E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14286-D172-4119-DA1F-CE9325914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D001A-A917-85FE-C924-CC3E33D9B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AFD49-2BAD-D86A-84BE-8D326390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8CCF7-6722-DF80-D242-D988B621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03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0822-CAC2-38C0-24B7-005C5C8C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894A0-0B0D-D19D-97CA-648E4CBC3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57A00-2E15-0197-E3A9-70FDDBDE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630C8-4DCC-F1FE-03EE-1AFD4E145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5C0E4-E595-37EB-B00F-FC393211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4B640-06B3-D3E3-C118-6BDD1632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1C719-745B-9839-F86B-7066ADBC1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1CA21-2572-6D99-0C5A-C4D44080E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3B6F1-B7C8-C29A-2096-F55F9797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74FBC-A820-ED0A-C9A0-28564C349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59463-80C6-F35E-7536-6A1CAA5E8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66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CF9B-16CC-E06E-5490-B0C5E0243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930C5-6307-687C-9011-B8E9997A2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3104F-F459-A1F4-1BB0-454269F47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5BE05-2D30-749A-1C58-F61BF3593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B3D9B7-3CCE-00AA-D1EC-90B1BA664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5DF7E6-C213-765B-B226-BDBF171F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D244C-7750-3827-A37A-872159B24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1C018-8C6A-67A8-2ECC-D1536A72D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85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638B-103E-CD8C-D791-B4676E22E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865CA-F20B-68ED-D55E-3B7FDB2D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0947A-DEE5-C967-6724-4FEF4C68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862B7-9920-221D-332E-5DB9A90E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85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59B52-C15C-5116-F674-57F0460A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A9817-45CD-82B0-653A-61C036F3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5EF7B-031D-D366-B4BF-51802113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33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CB1C-5CB4-4B18-9DFE-CBD1C248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D9176-52FA-A292-D7CB-634DF43EC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BBDC-3DD9-CFD2-AA4E-C61938343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D360E-43AD-07E8-DF03-0F5674C5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F99AB-A359-C5A0-B089-C7F46F68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C266B-5E29-EB17-5AF8-6F669005B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834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DDE1F-F4BB-46A7-8EBC-5C6481EB8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9C3E3-6B78-3F44-4EF0-47E1D72B09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9CB8D-7E5F-D353-F6E7-0E5EE3C1A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82AC0-7633-7672-0F96-759B53ED1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97778-A0C1-266C-BEBF-26E1EDF2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DABED-C95F-B138-A835-F49A2B40D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5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B0CC-C453-EAFA-952A-94EC043E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ECF96-8210-BC31-9EB0-3DC94EA3C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6E673-2803-3466-CC35-534438A62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07BBE-8127-86F8-CB3B-DDC0BAD9E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80A6C-AFF5-2BA0-4DE2-35CEE145B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22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EBCE2-DC00-E7BB-E487-8E8A3C7F8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0F072-EA5E-8379-ABC7-68BB10182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6D067-B6B0-8882-96DA-40AE2CB9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591C-0689-3150-469B-07BD1CB2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57A16-E803-D9AB-B6CF-862268DA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4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C41FE-E2B2-B626-C93C-2A783710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EDB32-DA93-9D34-B50A-3223B665B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4A899-981B-4C48-8A40-8CDC65284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A7516-F1A9-41E5-9AA8-E4C92421235C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B32C8-9222-EF65-B713-E03C2764A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DCCBC-9FF1-8BFF-2D0B-1B9B3F92D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09BB0-3994-4824-8B93-504CF1CFA4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57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75545DA-0345-D024-31FA-849C31207C4A}"/>
              </a:ext>
            </a:extLst>
          </p:cNvPr>
          <p:cNvSpPr/>
          <p:nvPr/>
        </p:nvSpPr>
        <p:spPr>
          <a:xfrm>
            <a:off x="828675" y="4572000"/>
            <a:ext cx="10106025" cy="1581149"/>
          </a:xfrm>
          <a:prstGeom prst="roundRect">
            <a:avLst/>
          </a:prstGeom>
          <a:solidFill>
            <a:srgbClr val="4472C4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06824-4D48-D899-042E-45DC9C35A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" y="0"/>
            <a:ext cx="1390649" cy="1387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A260A6-09DE-A2BE-6D71-25AE8506A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12" b="98688" l="9924" r="89695">
                        <a14:foregroundMark x1="53244" y1="14698" x2="53244" y2="14698"/>
                        <a14:foregroundMark x1="52099" y1="17585" x2="41603" y2="17585"/>
                        <a14:foregroundMark x1="41603" y1="17585" x2="54198" y2="18110"/>
                        <a14:foregroundMark x1="54198" y1="18110" x2="62595" y2="25197"/>
                        <a14:foregroundMark x1="62595" y1="25197" x2="52863" y2="14698"/>
                        <a14:foregroundMark x1="52863" y1="14698" x2="38168" y2="20210"/>
                        <a14:foregroundMark x1="38168" y1="20210" x2="48092" y2="16798"/>
                        <a14:foregroundMark x1="48092" y1="16798" x2="41985" y2="4987"/>
                        <a14:foregroundMark x1="41985" y1="4987" x2="45802" y2="17323"/>
                        <a14:foregroundMark x1="45802" y1="17323" x2="54389" y2="24409"/>
                        <a14:foregroundMark x1="54389" y1="24409" x2="54389" y2="9974"/>
                        <a14:foregroundMark x1="54389" y1="9974" x2="44656" y2="13911"/>
                        <a14:foregroundMark x1="44656" y1="13911" x2="52099" y2="4987"/>
                        <a14:foregroundMark x1="52099" y1="4987" x2="58588" y2="16010"/>
                        <a14:foregroundMark x1="58588" y1="16010" x2="36641" y2="21260"/>
                        <a14:foregroundMark x1="36641" y1="21260" x2="53626" y2="28084"/>
                        <a14:foregroundMark x1="53626" y1="28084" x2="54580" y2="8399"/>
                        <a14:foregroundMark x1="54580" y1="8399" x2="41985" y2="12861"/>
                        <a14:foregroundMark x1="41985" y1="12861" x2="57634" y2="14961"/>
                        <a14:foregroundMark x1="57634" y1="14961" x2="47137" y2="5512"/>
                        <a14:foregroundMark x1="47137" y1="5512" x2="50954" y2="11286"/>
                        <a14:foregroundMark x1="19275" y1="97900" x2="29580" y2="98688"/>
                        <a14:foregroundMark x1="23282" y1="98425" x2="41412" y2="95801"/>
                        <a14:foregroundMark x1="36260" y1="38583" x2="37405" y2="37270"/>
                        <a14:foregroundMark x1="37405" y1="36745" x2="37977" y2="372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883" y="210320"/>
            <a:ext cx="1330256" cy="9672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F06FDE-A550-5F77-4C01-67F10A2CC5B7}"/>
              </a:ext>
            </a:extLst>
          </p:cNvPr>
          <p:cNvSpPr/>
          <p:nvPr/>
        </p:nvSpPr>
        <p:spPr>
          <a:xfrm>
            <a:off x="1939252" y="438150"/>
            <a:ext cx="6518947" cy="1581149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lIns="91440" tIns="45720" rIns="91440" bIns="45720">
            <a:prstTxWarp prst="textArchUp">
              <a:avLst/>
            </a:prstTxWarp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pPr algn="ctr"/>
            <a:r>
              <a:rPr lang="en-IN" sz="54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Rounded MT Bold" panose="020F0704030504030204" pitchFamily="34" charset="0"/>
              </a:rPr>
              <a:t>A</a:t>
            </a:r>
            <a:r>
              <a:rPr lang="en-IN" sz="5400" b="1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Rounded MT Bold" panose="020F0704030504030204" pitchFamily="34" charset="0"/>
              </a:rPr>
              <a:t>ligarh Muslim University</a:t>
            </a:r>
            <a:endParaRPr lang="en-IN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3F6CB-1212-28FC-7451-70570C9969DD}"/>
              </a:ext>
            </a:extLst>
          </p:cNvPr>
          <p:cNvSpPr txBox="1"/>
          <p:nvPr/>
        </p:nvSpPr>
        <p:spPr>
          <a:xfrm>
            <a:off x="1162050" y="4681835"/>
            <a:ext cx="9839325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Tradition Meets Excellence</a:t>
            </a:r>
            <a:br>
              <a:rPr lang="en-US" sz="25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5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Empowering young minds with knowledge, values, and a vision for a brighter future.</a:t>
            </a:r>
            <a:endParaRPr lang="en-IN" sz="25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17379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</cp:revision>
  <dcterms:created xsi:type="dcterms:W3CDTF">2026-08-13T10:09:50Z</dcterms:created>
  <dcterms:modified xsi:type="dcterms:W3CDTF">2026-08-13T10:17:12Z</dcterms:modified>
</cp:coreProperties>
</file>